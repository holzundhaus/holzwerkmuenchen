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muenchen.tumblr.com/post/830357742962212864/holz-carport-wohnmobil-anhaenger-masse-stuetzenfreihei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https://holzwerkmuenchen.tumblr.com/post/830357742962212864/holz-carport-wohnmobil-anhaenger-masse-stuetzenfreiheit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