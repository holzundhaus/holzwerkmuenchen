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muenchen/satellite-publisher/anschlussfugen-glas-holz-wintergart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https://holzundhaus.github.io/holzwerkmuenchen/satellite-publisher/anschlussfugen-glas-holz-wintergarten/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